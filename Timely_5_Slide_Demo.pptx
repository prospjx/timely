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Timely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AI-Powered Time Assistant</a:t>
            </a:r>
          </a:p>
          <a:p>
            <a:r>
              <a:rPr sz="1800"/>
              <a:t>5-Slide Demo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Problem: People have tasks, but static to-do lists do not adapt to energy, urgency, or changing schedules.</a:t>
            </a:r>
          </a:p>
          <a:p>
            <a:pPr/>
            <a:r>
              <a:rPr sz="1800"/>
              <a:t>Solution: Timely turns natural language into structured tasks, schedules them intelligently, and delivers a daily brief.</a:t>
            </a:r>
          </a:p>
          <a:p>
            <a:pPr/>
            <a:r>
              <a:rPr sz="1800"/>
              <a:t>Goal: Reduce overwhelm and improve consistency through adaptive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Natural-language task parsing (AI extracts title, priority, deadline, duration).</a:t>
            </a:r>
          </a:p>
          <a:p>
            <a:pPr/>
            <a:r>
              <a:rPr sz="1800"/>
              <a:t>Smart scheduling engine with conflict checks and human-friendly pacing.</a:t>
            </a:r>
          </a:p>
          <a:p>
            <a:pPr/>
            <a:r>
              <a:rPr sz="1800"/>
              <a:t>Daily brief generation with voice playback.</a:t>
            </a:r>
          </a:p>
          <a:p>
            <a:pPr/>
            <a:r>
              <a:rPr sz="1800"/>
              <a:t>Diagnostics and reflections for behavior-aware productivity insights.</a:t>
            </a:r>
          </a:p>
          <a:p>
            <a:pPr/>
            <a:r>
              <a:rPr sz="1800"/>
              <a:t>Robust fallback modes for offline/partial-service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How We Built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Frontend: Flutter + Riverpod</a:t>
            </a:r>
          </a:p>
          <a:p>
            <a:pPr/>
            <a:r>
              <a:rPr sz="1800"/>
              <a:t>Backend: FastAPI + MongoDB (Motor)</a:t>
            </a:r>
          </a:p>
          <a:p>
            <a:pPr/>
            <a:r>
              <a:rPr sz="1800"/>
              <a:t>AI: Gemini for task parsing and brief text generation</a:t>
            </a:r>
          </a:p>
          <a:p>
            <a:pPr/>
            <a:r>
              <a:rPr sz="1800"/>
              <a:t>Voice: ElevenLabs with local/device fallback options</a:t>
            </a:r>
          </a:p>
          <a:p>
            <a:pPr/>
            <a:r>
              <a:rPr sz="1800"/>
              <a:t>Notifications: Firebase Messaging + local actionable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Demo Flow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Demo flow: Add task -&gt; auto-schedule -&gt; open Daily Brief -&gt; play voice brief.</a:t>
            </a:r>
          </a:p>
          <a:p>
            <a:pPr/>
            <a:r>
              <a:rPr sz="1800"/>
              <a:t>Current value: Personalized planning with resilient UX for real-world conditions.</a:t>
            </a:r>
          </a:p>
          <a:p>
            <a:pPr/>
            <a:r>
              <a:rPr sz="1800"/>
              <a:t>Next steps: richer personalization, stronger analytics, and multi-device readiness.</a:t>
            </a:r>
          </a:p>
          <a:p>
            <a:pPr/>
            <a:r>
              <a:rPr sz="1800"/>
              <a:t>Ask: Feedback on usability, realism of scheduling, and reflection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